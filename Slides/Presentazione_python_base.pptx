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17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23, 30 Gennaio,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Giorno 1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1: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Jupyter e i notebook; Python: variabili, numeri, stringhe, import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Tipi di dato: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1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2: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Funzioni e controllo del flusso (Avanzata: lambda, comprehension, generatori)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(Avanzata: API)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2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Homework tra le due giornate</a:t>
            </a: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: una settimana nell'ufficio Analisi Consumi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</a:t>
            </a:r>
            <a:r>
              <a:rPr lang="it-IT" dirty="0"/>
              <a:t> (Giorno </a:t>
            </a:r>
            <a:r>
              <a:rPr lang="it-IT"/>
              <a:t>2)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3: Analisi dei dati con pandas e visualizzazione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indice, resample, ora legale (Avanzata: shift, rolling)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Grafici interattivi con Plotly: linee, confronto tra serie, slider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3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4: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finestra di contesto, modelli, plan e agent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Leggere il codice scritto da un agente: import, costanti, funzioni, main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codice a mano, in piccolo,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 e notebook interattivi da modificare e testare.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Caricare e unire 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Pulizia temporale: ordinare, togliere i duplicati dell'ora legale, contare i buchi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Serie giornaliera: da MW quartorari a MWh al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Profili medi: per ora del giorno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Unione: carico e temperatura sulla stessa riga, giorno per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7. Relazione carico-temperatura: scatter con Plotly e sintesi in tre righe per il capo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