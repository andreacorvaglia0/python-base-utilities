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17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23, 30 Gennaio,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Giorno 1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1: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Ambiente di lavoro: VS Code, uv, notebook e script; cos'è Python, cosa sono le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Sintassi di base: variabili, numeri, stringhe,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2: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Condizioni, cicli e funzioni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e API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Homework tra le due giornate</a:t>
            </a: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: una settimana nell'ufficio Analisi Consumi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</a:t>
            </a:r>
            <a:r>
              <a:rPr lang="it-IT" dirty="0"/>
              <a:t> (Giorno </a:t>
            </a:r>
            <a:r>
              <a:rPr lang="it-IT"/>
              <a:t>2)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3: Analisi dei dati con pandas e visualizzazione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Esplorare con Data Wrangler e leggere il codice pandas che genera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frequenza, fuso orario e ora legale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istogrammi, scatter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4: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finestra di contesto, modelli, plan e agent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Leggere il codice scritto da un agente: import, costanti, funzioni, main; controllo con Ruff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molto codice a mano perché è il modo più rapido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 e notebook interattivi da modificare e testare.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riconoscono, non si scrivono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Caricare e unire 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Pulizia temporale: ordinare, togliere i duplicati dell'ora legale, contare i buchi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Serie giornaliera: da MW quartorari a MWh al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Profili medi: per ora del giorno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Unione: carico e temperatura sulla stessa riga, giorno per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7. Relazione carico-temperatura: scatter con Plotly e sintesi in tre righe per il capo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